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0838F">
              <a:alpha val="60000"/>
            </a:srgbClr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 Culture Générale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technique du projet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Antoine Aubry  ·  HEIG-VD  ·  10 juin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bref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4069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155448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rechargement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29968" y="868680"/>
            <a:ext cx="1554480" cy="4069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29968" y="8686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29968" y="1463040"/>
            <a:ext cx="155448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9601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29968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Trivia DB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21408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externe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85616" y="868680"/>
            <a:ext cx="1554480" cy="4069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85616" y="8686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85616" y="1463040"/>
            <a:ext cx="155448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960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5616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877056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541264" y="868680"/>
            <a:ext cx="1554480" cy="4069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41264" y="8686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541264" y="1463040"/>
            <a:ext cx="155448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9601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41264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32704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 / Sombre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persisté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296912" y="868680"/>
            <a:ext cx="1554480" cy="4069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96912" y="86868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96912" y="1463040"/>
            <a:ext cx="155448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96012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96912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Manette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388352" y="2057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Gamepad API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web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+ Hooks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Trivia 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publique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508760"/>
            <a:ext cx="411480" cy="41148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0876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91840" y="288036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918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29184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· langue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0" y="2514600"/>
            <a:ext cx="0" cy="365760"/>
          </a:xfrm>
          <a:prstGeom prst="line">
            <a:avLst/>
          </a:prstGeom>
          <a:noFill/>
          <a:ln w="25400">
            <a:solidFill>
              <a:srgbClr val="00ACC1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365760" y="43891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1C3A4A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441655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100% côté client — pas de backend propre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45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868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JavaScript pour interfaces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basées sur des composants.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297680" y="10058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0" y="1005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0" y="1737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246888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4688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QuestionCard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737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737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09360" y="1737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737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9160" y="1508760"/>
            <a:ext cx="0" cy="22860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240280"/>
            <a:ext cx="0" cy="228600"/>
          </a:xfrm>
          <a:prstGeom prst="line">
            <a:avLst/>
          </a:prstGeom>
          <a:noFill/>
          <a:ln w="19050">
            <a:solidFill>
              <a:srgbClr val="0069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03320" y="1508760"/>
            <a:ext cx="1005840" cy="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15000" y="1508760"/>
            <a:ext cx="594360" cy="0"/>
          </a:xfrm>
          <a:prstGeom prst="line">
            <a:avLst/>
          </a:prstGeom>
          <a:noFill/>
          <a:ln w="19050">
            <a:solidFill>
              <a:srgbClr val="0083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Avantages</a:t>
            </a:r>
            <a:endParaRPr lang="en-US" sz="13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2316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" y="2423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virtuel efficace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34640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5800" y="2834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réutilisables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4612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" y="3246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écosystème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6576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Inconvénients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14800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5800" y="41148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d'apprentissage (JSX)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43484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" y="44348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pour apps simples</a:t>
            </a:r>
            <a:endParaRPr lang="en-US" sz="11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754880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5800" y="47548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: stale state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45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Trivia DB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0D2B0F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https://opentdb.com/api.php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?amount=10  &amp;type=multiple  &amp;category=9  &amp;difficulty=easy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28600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0A2E0B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228600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2D0A0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Gratuite, sans clé API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832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prêtes à l'emploi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URL simple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93776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Inconvénients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83464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1208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(HTTP 429)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8328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encodé HTML (&amp;amp;)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93192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208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en anglais seulement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composants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31720" y="8686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00838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051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33172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SPA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8686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51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91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38912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API REST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46520" y="86868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0515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Trivia DB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4652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quiz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1280160" y="27432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926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8016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sombre/clair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37560" y="27432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292608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3375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maison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333756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/ EN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394960" y="274320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AD1457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292608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949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Gamepad API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539496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manette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appris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C2E3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une app React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pages / composants / contextes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8229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C2E3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515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5544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avancés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(stale state, useEffect deps)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82296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C2E3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515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9360" y="15544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Consommer une API tierce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(rate limiting, encodage HTML)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74320" y="28346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C2E3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632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5760" y="3566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CSS via variables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(changement instantané)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3246120" y="28346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C2E3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06324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37560" y="3566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léger maison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dépendance externe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217920" y="28346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C2E3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063240"/>
            <a:ext cx="411480" cy="4114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09360" y="3566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Gamepad API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(polling, cooldown)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838F">
              <a:alpha val="5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45720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d'évolution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1143000"/>
            <a:ext cx="6492240" cy="68580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11887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Authentification — Firebase Auth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011680"/>
            <a:ext cx="6492240" cy="68580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0574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Scores &amp; classement — Firestore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880360"/>
            <a:ext cx="6492240" cy="68580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926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Mode multijoueur, sons, animations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3840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2026-06-11T22:19:55Z</dcterms:created>
  <dcterms:modified xsi:type="dcterms:W3CDTF">2026-06-11T22:19:55Z</dcterms:modified>
</cp:coreProperties>
</file>