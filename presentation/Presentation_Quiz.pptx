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914400"/>
            <a:ext cx="3200400" cy="3200400"/>
          </a:xfrm>
          <a:prstGeom prst="ellipse">
            <a:avLst/>
          </a:prstGeom>
          <a:solidFill>
            <a:srgbClr val="00838F">
              <a:alpha val="60000"/>
            </a:srgbClr>
          </a:solidFill>
          <a:ln w="12700">
            <a:solidFill>
              <a:srgbClr val="00838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de Culture Générale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457200" y="3337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technique du projet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70916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 Aubry  ·  HEIG-VD  ·  10 juin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en bref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536192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03327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1719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React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65760" y="2057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rechargement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868680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9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46120" y="868680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536192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033272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246120" y="1719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Trivia DB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337560" y="2057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externe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17920" y="868680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9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868680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536192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6" y="1033272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1719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309360" y="2057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 +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74320" y="2999232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9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274320" y="2999232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274320" y="3666744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76" y="3163824"/>
            <a:ext cx="384048" cy="3840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74320" y="38496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365760" y="41879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 / Sombre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persisté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246120" y="2999232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9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246120" y="2999232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3246120" y="3666744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9976" y="3163824"/>
            <a:ext cx="384048" cy="38404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3246120" y="38496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3337560" y="41879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/ 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persisté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217920" y="2999232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9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217920" y="2999232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6217920" y="3666744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1776" y="3163824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6217920" y="38496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Manette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6309360" y="41879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Gamepad API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globale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2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2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+ Hooks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05156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Trivia DB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2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publique</a:t>
            </a:r>
            <a:endParaRPr lang="en-US" sz="11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508760"/>
            <a:ext cx="411480" cy="41148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508760"/>
            <a:ext cx="411480" cy="4114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291840" y="2880360"/>
            <a:ext cx="2560320" cy="1188720"/>
          </a:xfrm>
          <a:prstGeom prst="roundRect">
            <a:avLst>
              <a:gd name="adj" fmla="val 9231"/>
            </a:avLst>
          </a:prstGeom>
          <a:solidFill>
            <a:srgbClr val="37474F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291840" y="2971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291840" y="3383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· langue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0" y="2514600"/>
            <a:ext cx="0" cy="365760"/>
          </a:xfrm>
          <a:prstGeom prst="line">
            <a:avLst/>
          </a:prstGeom>
          <a:noFill/>
          <a:ln w="25400">
            <a:solidFill>
              <a:srgbClr val="00ACC1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365760" y="438912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65760" y="441655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100% côté client — pas de backend propre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64008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" y="457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8686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 JavaScript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interfaces composants.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365760" y="16642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75688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" y="20574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virtuel efficace</a:t>
            </a:r>
            <a:endParaRPr lang="en-US" sz="11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478024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76656" y="245973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réutilisables</a:t>
            </a:r>
            <a:endParaRPr lang="en-US" sz="11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2880360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76656" y="286207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écosystème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365760" y="33375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Inconvénients</a:t>
            </a:r>
            <a:endParaRPr lang="en-US" sz="13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749040"/>
            <a:ext cx="219456" cy="21945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58368" y="374904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d'apprentissage (JSX)</a:t>
            </a:r>
            <a:endParaRPr lang="en-US" sz="11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4114800"/>
            <a:ext cx="219456" cy="219456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58368" y="411480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Boilerplate pour apps simples</a:t>
            </a:r>
            <a:endParaRPr lang="en-US" sz="11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4480560"/>
            <a:ext cx="219456" cy="219456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658368" y="44805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Pièges : stale state</a:t>
            </a:r>
            <a:endParaRPr lang="en-US" sz="1100" dirty="0"/>
          </a:p>
        </p:txBody>
      </p:sp>
      <p:sp>
        <p:nvSpPr>
          <p:cNvPr id="20" name="Shape 11"/>
          <p:cNvSpPr/>
          <p:nvPr/>
        </p:nvSpPr>
        <p:spPr>
          <a:xfrm>
            <a:off x="6080760" y="96012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1" name="Text 12"/>
          <p:cNvSpPr/>
          <p:nvPr/>
        </p:nvSpPr>
        <p:spPr>
          <a:xfrm>
            <a:off x="6080760" y="960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00" dirty="0"/>
          </a:p>
        </p:txBody>
      </p:sp>
      <p:sp>
        <p:nvSpPr>
          <p:cNvPr id="22" name="Shape 13"/>
          <p:cNvSpPr/>
          <p:nvPr/>
        </p:nvSpPr>
        <p:spPr>
          <a:xfrm>
            <a:off x="4343400" y="1901952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4343400" y="19019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p:txBody>
      </p:sp>
      <p:sp>
        <p:nvSpPr>
          <p:cNvPr id="24" name="Shape 15"/>
          <p:cNvSpPr/>
          <p:nvPr/>
        </p:nvSpPr>
        <p:spPr>
          <a:xfrm>
            <a:off x="6080760" y="1901952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25" name="Text 16"/>
          <p:cNvSpPr/>
          <p:nvPr/>
        </p:nvSpPr>
        <p:spPr>
          <a:xfrm>
            <a:off x="6080760" y="19019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000" dirty="0"/>
          </a:p>
        </p:txBody>
      </p:sp>
      <p:sp>
        <p:nvSpPr>
          <p:cNvPr id="26" name="Shape 17"/>
          <p:cNvSpPr/>
          <p:nvPr/>
        </p:nvSpPr>
        <p:spPr>
          <a:xfrm>
            <a:off x="7818120" y="1901952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7818120" y="19019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6080760" y="288036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6080760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QuestionCard</a:t>
            </a:r>
            <a:endParaRPr lang="en-US" sz="1000" dirty="0"/>
          </a:p>
        </p:txBody>
      </p:sp>
      <p:sp>
        <p:nvSpPr>
          <p:cNvPr id="30" name="Shape 21"/>
          <p:cNvSpPr/>
          <p:nvPr/>
        </p:nvSpPr>
        <p:spPr>
          <a:xfrm>
            <a:off x="6675120" y="1417320"/>
            <a:ext cx="0" cy="91440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4937760" y="1508760"/>
            <a:ext cx="3474720" cy="0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4937760" y="1508760"/>
            <a:ext cx="0" cy="393192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675120" y="1508760"/>
            <a:ext cx="0" cy="393192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8412480" y="1508760"/>
            <a:ext cx="0" cy="393192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75120" y="2359152"/>
            <a:ext cx="0" cy="521208"/>
          </a:xfrm>
          <a:prstGeom prst="line">
            <a:avLst/>
          </a:prstGeom>
          <a:noFill/>
          <a:ln w="19050">
            <a:solidFill>
              <a:srgbClr val="80CBC4"/>
            </a:solidFill>
            <a:prstDash val="dash"/>
          </a:ln>
        </p:spPr>
      </p:sp>
      <p:sp>
        <p:nvSpPr>
          <p:cNvPr id="36" name="Text 27"/>
          <p:cNvSpPr/>
          <p:nvPr/>
        </p:nvSpPr>
        <p:spPr>
          <a:xfrm>
            <a:off x="4480560" y="3749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de composants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64008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" y="457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Trivia DB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0D2B0F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960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https://opentdb.com/api.php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0CB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?amount=10  &amp;type=multiple  &amp;category=9  &amp;difficulty=easy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2286000"/>
            <a:ext cx="4023360" cy="2606040"/>
          </a:xfrm>
          <a:prstGeom prst="roundRect">
            <a:avLst>
              <a:gd name="adj" fmla="val 3509"/>
            </a:avLst>
          </a:prstGeom>
          <a:solidFill>
            <a:srgbClr val="0A2E0B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54880" y="2286000"/>
            <a:ext cx="4023360" cy="2606040"/>
          </a:xfrm>
          <a:prstGeom prst="roundRect">
            <a:avLst>
              <a:gd name="adj" fmla="val 3509"/>
            </a:avLst>
          </a:prstGeom>
          <a:solidFill>
            <a:srgbClr val="2D0A0A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5292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285292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Gratuite, sans clé API</a:t>
            </a:r>
            <a:endParaRPr lang="en-US" sz="12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0156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14400" y="34015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prêtes à l'emploi</a:t>
            </a:r>
            <a:endParaRPr lang="en-US" sz="12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95020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14400" y="39502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URL simple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493776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Inconvénients</a:t>
            </a:r>
            <a:endParaRPr lang="en-US" sz="14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2852928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212080" y="285292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(HTTP 429)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401568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34015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encodé HTML (&amp;amp;)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3950208"/>
            <a:ext cx="274320" cy="27432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212080" y="39502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 en anglais seulement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1A237E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0515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74320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composants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331720" y="86868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00838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05156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3172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331720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SPA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89120" y="86868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1565C0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05156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38912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389120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API REST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446520" y="86868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2E7D32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105156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4652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Trivia DB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446520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quiz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1280160" y="27432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6A1B9A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29260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Variables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1280160" y="3977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sombre/clair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337560" y="27432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E65100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0" y="2926080"/>
            <a:ext cx="457200" cy="4572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33756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maison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3337560" y="3977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/ EN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5394960" y="27432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AD1457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926080"/>
            <a:ext cx="457200" cy="45720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39496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Gamepad API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394960" y="3977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manette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j'ai appris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86968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" y="905256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868680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Structurer une app React en pages, composants et contextes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1563624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581912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1248" y="1545336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les hooks et le stale state (useEffect, dépendances)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20040" y="2240280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225856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41248" y="2221992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Consommer une API tierce avec ses contraintes (rate limiting)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320040" y="2916936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2935224"/>
            <a:ext cx="329184" cy="32918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41248" y="2898648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thème avec variables CSS — sans librairie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320040" y="3593592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3611880"/>
            <a:ext cx="329184" cy="32918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41248" y="3575304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maison : clés imbriquées, synchronisation avec l'UI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320040" y="4270248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" y="4288536"/>
            <a:ext cx="329184" cy="329184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41248" y="4251960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Gamepad API — polling via requestAnimationFrame, cooldown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4114800" cy="4114800"/>
          </a:xfrm>
          <a:prstGeom prst="ellipse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200400"/>
            <a:ext cx="3200400" cy="3200400"/>
          </a:xfrm>
          <a:prstGeom prst="ellipse">
            <a:avLst/>
          </a:prstGeom>
          <a:solidFill>
            <a:srgbClr val="00838F">
              <a:alpha val="50000"/>
            </a:srgbClr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0" y="4114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C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Pistes d'évolution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1143000"/>
            <a:ext cx="6492240" cy="685800"/>
          </a:xfrm>
          <a:prstGeom prst="roundRect">
            <a:avLst>
              <a:gd name="adj" fmla="val 13333"/>
            </a:avLst>
          </a:prstGeom>
          <a:solidFill>
            <a:srgbClr val="283593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14600" y="1179576"/>
            <a:ext cx="3657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72200" y="1179576"/>
            <a:ext cx="24231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0" y="2011680"/>
            <a:ext cx="6492240" cy="685800"/>
          </a:xfrm>
          <a:prstGeom prst="roundRect">
            <a:avLst>
              <a:gd name="adj" fmla="val 13333"/>
            </a:avLst>
          </a:prstGeom>
          <a:solidFill>
            <a:srgbClr val="283593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2048256"/>
            <a:ext cx="3657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&amp; classement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72200" y="2048256"/>
            <a:ext cx="24231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0" y="2880360"/>
            <a:ext cx="6492240" cy="685800"/>
          </a:xfrm>
          <a:prstGeom prst="roundRect">
            <a:avLst>
              <a:gd name="adj" fmla="val 13333"/>
            </a:avLst>
          </a:prstGeom>
          <a:solidFill>
            <a:srgbClr val="283593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2916936"/>
            <a:ext cx="3657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multijoueur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72200" y="2916936"/>
            <a:ext cx="24231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Sons, animations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0" y="384048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!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2026-06-11T22:29:39Z</dcterms:created>
  <dcterms:modified xsi:type="dcterms:W3CDTF">2026-06-11T22:29:39Z</dcterms:modified>
</cp:coreProperties>
</file>